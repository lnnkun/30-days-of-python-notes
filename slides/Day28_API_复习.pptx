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开场：今天是 30 天 Python 的第 28 天，主题是 API。全是概念，没有代码。目标：用自己的话讲清楚 API、HTTP、状态码、四个请求方法。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先抛出 5 个问题，后面逐个回答。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是 Application Programming Interface，应用程序接口。今天讲的是 Web API，通过 HTTP 使用。用餐厅类比：客人是客户端，服务员是 API，厨房是服务器。数据常用 JSON，长得像 Python 的字典。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是客户端和服务器之间说话的规矩。客户端是浏览器，服务器是存放网站的远程电脑，网页是服务器发回来的内容。一定是客户端先开口。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请求和响应格式一样，都是四部分：初始行、头部、空行、消息体。类比：请求像点菜单，响应像做好的菜加一张小票。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请求行三段：GET 要做什么，/about 对哪个资源做，HTTP/1.1 用哪个版本的规矩。网址里域名决定发给哪台服务器，路径决定要哪个资源。和 Day 26 的 Flask 路由对应。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响应第一行叫状态行，例如 HTTP/1.1 200 OK。200 是状态码，不是200个东西。看第一位：2成功，4客户端的问题，5服务器的问题。404是路径下没有这个资源；500是服务器内部出错。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头部像快递箱外面的标签，消息体是箱子里的东西。Content-Type 告诉对方消息体是什么类型，Content-Length 是消息体的字节数。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创建，GET 读取，PUT 更新，DELETE 删除。对应 MongoDB 的 insert_one、find、update_one、delete_one。判断 POST 还是 PUT：数据本来有没有？没有就新建用 POST，已经有就修改用 PUT。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RESTful API 就是用 HTTP 请求对数据做 CRUD。第 29 天自己写一个：Flask 负责路由，MongoDB 负责存数据。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代码：requests.get 国家信息 API。三个问题：谁是客户端、初始行是什么；成功时状态码和 Content-Type 是什么；把 countries 拼错成 countires 会怎样。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逐条过一遍：客户端服务器别说反；GET/POST 是方法名；POST新建PUT修改；200是状态码；HTTP/1.1是版本；教程示例已过期，用 restcountries.com。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收尾：用一句话复述全天内容。预告 Day 29。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1"/>
                </a:solidFill>
              </a:rPr>
              <a:t>DAY 28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API 与 HTTP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客户端和服务器，是怎么“说话”的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1430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57400" y="3657600"/>
            <a:ext cx="114300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3657600"/>
            <a:ext cx="1143000" cy="411480"/>
          </a:xfrm>
          <a:prstGeom prst="roundRect">
            <a:avLst>
              <a:gd name="adj" fmla="val 4444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3657600"/>
            <a:ext cx="114300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今天的 5 个问题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005840"/>
            <a:ext cx="7498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11155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API 是什么？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1773936"/>
            <a:ext cx="7498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1883664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17739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HTTP 请求怎么跑一圈？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2542032"/>
            <a:ext cx="7498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6517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25420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报文长什么样？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3310128"/>
            <a:ext cx="7498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41985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310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状态码怎么看？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22960" y="4078224"/>
            <a:ext cx="74980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187952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0782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四个方法对应什么？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API 是什么：餐厅里的服务员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客人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=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2194560" cy="45720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 client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浏览器 / 你的 Python 程序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8328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服务员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=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66160" y="1920240"/>
            <a:ext cx="219456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661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规定怎么点菜、怎么上菜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17920" y="10515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厨房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=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0" y="1920240"/>
            <a:ext cx="219456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server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514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真正存数据、处理数据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611880"/>
            <a:ext cx="8046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传输数据常用 JSON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长得像 Python 的字典（XML 现在用得少）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HTTP：请求—响应循环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2468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08760" y="12801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08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客户端发请求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request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1097280"/>
            <a:ext cx="2468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280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服务器返回响应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response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217920" y="1097280"/>
            <a:ext cx="2468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8040" y="12801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连接关闭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close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29184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32918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客户端 = 浏览器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服务器 = 远程电脑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网页是它发回来的内容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663440" y="329184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92040" y="32918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 是协议，规定两件事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报文长什么样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对话怎么进行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报文结构：4 个部分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8016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初始行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请求：要做什么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响应：结果怎么样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0" y="128016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 header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965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附加说明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像快递外面的标签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28016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空行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965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分隔头部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和后面的内容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109728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128016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消息体 body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19659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真正要送的内容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可有可无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6576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请求报文 = 点菜单　　响应报文 = 做好的菜 + 小票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请求行：GET /about HTTP/1.1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2560320" cy="64008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要做什么？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83280" y="1051560"/>
            <a:ext cx="2560320" cy="640080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/about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对哪个资源做？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7920" y="1051560"/>
            <a:ext cx="2560320" cy="640080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HTTP/1.1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用哪个版本的规矩？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4688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网址拆开看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域名：发给哪台服务器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路径：要哪个资源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https://www.example.com/about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63440" y="2468880"/>
            <a:ext cx="39319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4688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对应 Flask（Day 26）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@app.route('/about')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有人请求这个路径，就执行函数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状态码：看第一位数字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2xx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成功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219456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OK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成功，资源在消息体里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10058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4xx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客户端的问题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66160" y="2423160"/>
            <a:ext cx="219456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404 Not Found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路径下没有这个资源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多半是网址输错了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5xx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服务器的问题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0" y="2423160"/>
            <a:ext cx="219456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 Server Error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服务器内部出错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不关客户端的事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HTTP/1.1 200 OK　＝　协议版本 + 状态码（数字） + 原因短语（文字）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头部与消息体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515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头部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关于这条消息的说明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像快递外面的标签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0515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消息体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真正要送的内容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像箱子里的东西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Content-Type：消息体是什么数据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application/json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 数据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83280" y="315468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text/html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 网页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315468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image/png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PNG 图片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Content-Length：消息体有多大（字节数）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四个请求方法 = CRUD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23444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34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创建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77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insert_one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06040" y="105156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123444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1234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读取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2377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05156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123444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1234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更新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377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Update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update_one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20840" y="1051560"/>
            <a:ext cx="1874520" cy="265176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0" y="1234440"/>
            <a:ext cx="1600200" cy="457200"/>
          </a:xfrm>
          <a:prstGeom prst="roundRect">
            <a:avLst>
              <a:gd name="adj" fmla="val 4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1234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DELETE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删除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6720840" y="2377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Delete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208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delete_one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3931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新闻 = GET　发动态 = POST　改错别字 = PUT　删动态 = DELETE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RESTful API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0515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用 HTTP 请求（GET / POST / PUT / DELETE）对数据做 CRUD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第 29 天自己写一个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38862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17520"/>
            <a:ext cx="1371600" cy="457200"/>
          </a:xfrm>
          <a:prstGeom prst="roundRect">
            <a:avLst>
              <a:gd name="adj" fmla="val 4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788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负责路由（Day 26）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2788920"/>
            <a:ext cx="38862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3017520"/>
            <a:ext cx="1371600" cy="4572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788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负责存数据（Day 27）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好处：内容在一个地方创建，可以在多个平台发布和更新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综合练习：走一遍全流程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005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requests.get('https://example.com/api/countries')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93976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9202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谁是客户端？初始行？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92024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你的 Python 程序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GET /api/countries HTTP/1.1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962656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7889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成功时返回什么？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278892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状态码 200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Content-Type: application/json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831336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36576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countries 拼成 countires？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365760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路径不存在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404 Not Found（客户端的问题）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457200" y="384048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7724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容易出错的 6 个地方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23444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客户端 = 浏览器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服务器 = 远程电脑，别说反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123444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GET / POST 是方法名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request 是“请求”这个动作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05156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23444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 新建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PUT 修改已存在的数据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200 是状态码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不是“200 个”，看第一位数字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8328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66160" y="30175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6616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56616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HTTP/1.1 是版本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56616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不是去获取什么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283464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3017520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教程示例已过期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改用 restcountries.com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一句话带走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客户端发请求，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服务器回响应，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API 用 HTTP 对数据做 CRUD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下一步：Day 29，用 Flask + MongoDB 自己写一个 RESTful API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28 API">
  <a:themeElements>
    <a:clrScheme name="Day28 API">
      <a:dk1>
        <a:srgbClr val="1B2A41"/>
      </a:dk1>
      <a:lt1>
        <a:srgbClr val="FFFFFF"/>
      </a:lt1>
      <a:dk2>
        <a:srgbClr val="5B6B7F"/>
      </a:dk2>
      <a:lt2>
        <a:srgbClr val="F1F4F8"/>
      </a:lt2>
      <a:accent1>
        <a:srgbClr val="F5A623"/>
      </a:accent1>
      <a:accent2>
        <a:srgbClr val="1ABC9C"/>
      </a:accent2>
      <a:accent3>
        <a:srgbClr val="FF6B6B"/>
      </a:accent3>
      <a:accent4>
        <a:srgbClr val="A66CFF"/>
      </a:accent4>
      <a:accent5>
        <a:srgbClr val="4A90E2"/>
      </a:accent5>
      <a:accent6>
        <a:srgbClr val="F06292"/>
      </a:accent6>
      <a:hlink>
        <a:srgbClr val="4A90E2"/>
      </a:hlink>
      <a:folHlink>
        <a:srgbClr val="A66CFF"/>
      </a:folHlink>
    </a:clrScheme>
    <a:fontScheme name="Day28 API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28 - API 复习</dc:title>
  <dc:subject>PptxGenJS Presentation</dc:subject>
  <dc:creator>Lnnk</dc:creator>
  <cp:lastModifiedBy>Lnnk</cp:lastModifiedBy>
  <cp:revision>1</cp:revision>
  <dcterms:created xsi:type="dcterms:W3CDTF">2026-10-15T02:31:28Z</dcterms:created>
  <dcterms:modified xsi:type="dcterms:W3CDTF">2026-10-15T02:31:28Z</dcterms:modified>
</cp:coreProperties>
</file>